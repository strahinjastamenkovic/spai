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3.xml" ContentType="application/vnd.openxmlformats-officedocument.theme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9" r:id="rId2"/>
    <p:sldMasterId id="2147483705" r:id="rId3"/>
    <p:sldMasterId id="2147483723" r:id="rId4"/>
  </p:sldMasterIdLst>
  <p:notesMasterIdLst>
    <p:notesMasterId r:id="rId25"/>
  </p:notesMasterIdLst>
  <p:sldIdLst>
    <p:sldId id="257" r:id="rId5"/>
    <p:sldId id="258" r:id="rId6"/>
    <p:sldId id="262" r:id="rId7"/>
    <p:sldId id="263" r:id="rId8"/>
    <p:sldId id="277" r:id="rId9"/>
    <p:sldId id="285" r:id="rId10"/>
    <p:sldId id="266" r:id="rId11"/>
    <p:sldId id="286" r:id="rId12"/>
    <p:sldId id="278" r:id="rId13"/>
    <p:sldId id="265" r:id="rId14"/>
    <p:sldId id="270" r:id="rId15"/>
    <p:sldId id="271" r:id="rId16"/>
    <p:sldId id="287" r:id="rId17"/>
    <p:sldId id="274" r:id="rId18"/>
    <p:sldId id="275" r:id="rId19"/>
    <p:sldId id="283" r:id="rId20"/>
    <p:sldId id="284" r:id="rId21"/>
    <p:sldId id="279" r:id="rId22"/>
    <p:sldId id="281" r:id="rId23"/>
    <p:sldId id="282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Front Matter" id="{15202A74-163D-4B71-BBA8-E2FCD164262F}">
          <p14:sldIdLst>
            <p14:sldId id="257"/>
            <p14:sldId id="258"/>
          </p14:sldIdLst>
        </p14:section>
        <p14:section name="Group Member 1" id="{0860697E-8C4A-43F9-A7C0-C435911657B2}">
          <p14:sldIdLst>
            <p14:sldId id="262"/>
            <p14:sldId id="263"/>
            <p14:sldId id="277"/>
            <p14:sldId id="285"/>
          </p14:sldIdLst>
        </p14:section>
        <p14:section name="Group Member 2" id="{ED02CA79-8112-418E-8BC2-0FD9B68AECB3}">
          <p14:sldIdLst>
            <p14:sldId id="266"/>
            <p14:sldId id="286"/>
            <p14:sldId id="278"/>
            <p14:sldId id="265"/>
          </p14:sldIdLst>
        </p14:section>
        <p14:section name="Group Member 3" id="{0DAD77B1-60C5-4EB2-933E-C56E97A5B2A7}">
          <p14:sldIdLst>
            <p14:sldId id="270"/>
            <p14:sldId id="271"/>
            <p14:sldId id="287"/>
          </p14:sldIdLst>
        </p14:section>
        <p14:section name="General Closing" id="{4AB6C702-EE4D-4283-ACB0-770710E41AE6}">
          <p14:sldIdLst>
            <p14:sldId id="274"/>
            <p14:sldId id="275"/>
            <p14:sldId id="283"/>
            <p14:sldId id="284"/>
            <p14:sldId id="279"/>
            <p14:sldId id="281"/>
            <p14:sldId id="282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10656DE-361B-461A-A55B-BFE84640CB39}" v="1109" dt="2022-05-31T09:22:58.984"/>
  </p1510:revLst>
</p1510:revInfo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2865" autoAdjust="0"/>
  </p:normalViewPr>
  <p:slideViewPr>
    <p:cSldViewPr snapToGrid="0">
      <p:cViewPr varScale="1">
        <p:scale>
          <a:sx n="104" d="100"/>
          <a:sy n="104" d="100"/>
        </p:scale>
        <p:origin x="618" y="114"/>
      </p:cViewPr>
      <p:guideLst/>
    </p:cSldViewPr>
  </p:slideViewPr>
  <p:notesTextViewPr>
    <p:cViewPr>
      <p:scale>
        <a:sx n="1" d="1"/>
        <a:sy n="1" d="1"/>
      </p:scale>
      <p:origin x="0" y="-24"/>
    </p:cViewPr>
  </p:notesTextViewPr>
  <p:sorterViewPr>
    <p:cViewPr>
      <p:scale>
        <a:sx n="100" d="100"/>
        <a:sy n="100" d="100"/>
      </p:scale>
      <p:origin x="0" y="-2166"/>
    </p:cViewPr>
  </p:sorterViewPr>
  <p:notesViewPr>
    <p:cSldViewPr snapToGrid="0">
      <p:cViewPr varScale="1">
        <p:scale>
          <a:sx n="65" d="100"/>
          <a:sy n="65" d="100"/>
        </p:scale>
        <p:origin x="2796" y="6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775AAE-0936-40B9-ACF9-A981EEF95D23}" type="datetimeFigureOut">
              <a:rPr lang="en-US" smtClean="0"/>
              <a:t>5/31/2022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7B1F30-39B2-4CE2-8EF3-91F3179569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2428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designed this template so that each member of the project team has a set of slides with its own theme. Members, here’s how you add a new slide to just your set: </a:t>
            </a:r>
          </a:p>
          <a:p>
            <a:br>
              <a:rPr lang="en-US" dirty="0"/>
            </a:br>
            <a:r>
              <a:rPr lang="en-US" dirty="0"/>
              <a:t>Mark where you want to add the slide: Select an existing one in the Thumbnails pane, click the New Slide button, then choose a layout. The new slide gets the same theme as the other slides in your set. </a:t>
            </a:r>
          </a:p>
          <a:p>
            <a:endParaRPr lang="en-US" dirty="0"/>
          </a:p>
          <a:p>
            <a:r>
              <a:rPr lang="en-US" dirty="0"/>
              <a:t>Careful! Don’t annoy your fellow presenters by accidentally changing their themes. That can happen if you choose a different theme from the Design tab, which changes all of the slides in the presentation to that look.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666ED7-631A-46AF-B451-227D0A8685A0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7" name="Slide Image Placeholder 6"/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8546135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666ED7-631A-46AF-B451-227D0A8685A0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6167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666ED7-631A-46AF-B451-227D0A8685A0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5576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666ED7-631A-46AF-B451-227D0A8685A0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8611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666ED7-631A-46AF-B451-227D0A8685A0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0840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666ED7-631A-46AF-B451-227D0A8685A0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7721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666ED7-631A-46AF-B451-227D0A8685A0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181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666ED7-631A-46AF-B451-227D0A8685A0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4105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666ED7-631A-46AF-B451-227D0A8685A0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3343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666ED7-631A-46AF-B451-227D0A8685A0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0551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666ED7-631A-46AF-B451-227D0A8685A0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9728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BE3C1-DBE1-495D-B57B-2849774B866A}" type="datetimeFigureOut">
              <a:rPr lang="en-US" dirty="0"/>
              <a:t>5/31/2022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E42F4-6EEF-4EF7-8ED4-2208F0F89A08}" type="datetimeFigureOut">
              <a:rPr lang="en-US" dirty="0"/>
              <a:t>5/31/2022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78ACC-22D6-47C1-A373-4FD133E34F3C}" type="datetimeFigureOut">
              <a:rPr lang="en-US" dirty="0"/>
              <a:t>5/31/2022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A6C69-6797-4E8A-BF37-F2C3751466E9}" type="datetimeFigureOut">
              <a:rPr lang="en-US" dirty="0"/>
              <a:t>5/31/2022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014A1-A632-4878-A0D3-F52BA7563730}" type="datetimeFigureOut">
              <a:rPr lang="en-US" dirty="0"/>
              <a:t>5/31/2022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9F462-093F-4566-844B-4C71F2739DA5}" type="datetimeFigureOut">
              <a:rPr lang="en-US" dirty="0"/>
              <a:t>5/31/2022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4A7AC-904D-4781-85BA-7D10C17ED021}" type="datetimeFigureOut">
              <a:rPr lang="en-US" dirty="0"/>
              <a:t>5/31/2022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1444B-B92B-4E27-8C94-BB93EAF5CB18}" type="datetimeFigureOut">
              <a:rPr lang="en-US" dirty="0"/>
              <a:t>5/31/2022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EFA5E-FA76-400D-B3DC-F0BA90E6D107}" type="datetimeFigureOut">
              <a:rPr lang="en-US" dirty="0"/>
              <a:t>5/31/2022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C117F-5CCF-4837-BE5F-2B92066CAFAF}" type="datetimeFigureOut">
              <a:rPr lang="en-US" dirty="0"/>
              <a:t>5/31/2022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B90BD-B6CE-46B7-997F-7313B992CCDC}" type="datetimeFigureOut">
              <a:rPr lang="en-US" dirty="0"/>
              <a:t>5/31/2022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9D11F-B188-461D-B23F-39381795C052}" type="datetimeFigureOut">
              <a:rPr lang="en-US" dirty="0"/>
              <a:t>5/31/2022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6D8D9-55A2-4063-B0F3-121F44549695}" type="datetimeFigureOut">
              <a:rPr lang="en-US" dirty="0"/>
              <a:t>5/31/2022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24536-994D-4021-A283-9F449C0DB509}" type="datetimeFigureOut">
              <a:rPr lang="en-US" dirty="0"/>
              <a:t>5/31/2022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BBB78-C96F-47B7-AB17-D852CA960AC9}" type="datetimeFigureOut">
              <a:rPr lang="en-US" dirty="0"/>
              <a:t>5/31/2022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3F48C-C7C6-4055-9F49-3777875E72AE}" type="datetimeFigureOut">
              <a:rPr lang="en-US" dirty="0"/>
              <a:t>5/31/2022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6178E61D-D431-422C-9764-11DAFE33AB63}" type="datetimeFigureOut">
              <a:rPr lang="en-US" dirty="0"/>
              <a:t>5/31/2022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BE3C1-DBE1-495D-B57B-2849774B866A}" type="datetimeFigureOut">
              <a:rPr lang="en-US" smtClean="0"/>
              <a:t>5/31/2022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7840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E42F4-6EEF-4EF7-8ED4-2208F0F89A08}" type="datetimeFigureOut">
              <a:rPr lang="en-US" smtClean="0"/>
              <a:t>5/31/2022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7399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78ACC-22D6-47C1-A373-4FD133E34F3C}" type="datetimeFigureOut">
              <a:rPr lang="en-US" smtClean="0"/>
              <a:t>5/31/2022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3910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A6C69-6797-4E8A-BF37-F2C3751466E9}" type="datetimeFigureOut">
              <a:rPr lang="en-US" smtClean="0"/>
              <a:t>5/31/2022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227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014A1-A632-4878-A0D3-F52BA7563730}" type="datetimeFigureOut">
              <a:rPr lang="en-US" smtClean="0"/>
              <a:t>5/31/2022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22328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9F462-093F-4566-844B-4C71F2739DA5}" type="datetimeFigureOut">
              <a:rPr lang="en-US" smtClean="0"/>
              <a:t>5/31/2022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1956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4A7AC-904D-4781-85BA-7D10C17ED021}" type="datetimeFigureOut">
              <a:rPr lang="en-US" smtClean="0"/>
              <a:t>5/31/2022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4314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1444B-B92B-4E27-8C94-BB93EAF5CB18}" type="datetimeFigureOut">
              <a:rPr lang="en-US" smtClean="0"/>
              <a:t>5/31/2022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1840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EFA5E-FA76-400D-B3DC-F0BA90E6D107}" type="datetimeFigureOut">
              <a:rPr lang="en-US" smtClean="0"/>
              <a:t>5/31/2022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5701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C117F-5CCF-4837-BE5F-2B92066CAFAF}" type="datetimeFigureOut">
              <a:rPr lang="en-US" smtClean="0"/>
              <a:t>5/31/2022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4239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B90BD-B6CE-46B7-997F-7313B992CCDC}" type="datetimeFigureOut">
              <a:rPr lang="en-US" smtClean="0"/>
              <a:t>5/31/2022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8369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9D11F-B188-461D-B23F-39381795C052}" type="datetimeFigureOut">
              <a:rPr lang="en-US" smtClean="0"/>
              <a:t>5/31/2022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59956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6D8D9-55A2-4063-B0F3-121F44549695}" type="datetimeFigureOut">
              <a:rPr lang="en-US" smtClean="0"/>
              <a:t>5/31/2022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73040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24536-994D-4021-A283-9F449C0DB509}" type="datetimeFigureOut">
              <a:rPr lang="en-US" smtClean="0"/>
              <a:t>5/31/2022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3368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BBB78-C96F-47B7-AB17-D852CA960AC9}" type="datetimeFigureOut">
              <a:rPr lang="en-US" smtClean="0"/>
              <a:t>5/31/2022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081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3F48C-C7C6-4055-9F49-3777875E72AE}" type="datetimeFigureOut">
              <a:rPr lang="en-US" smtClean="0"/>
              <a:t>5/31/2022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9847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6178E61D-D431-422C-9764-11DAFE33AB63}" type="datetimeFigureOut">
              <a:rPr lang="en-US" smtClean="0"/>
              <a:t>5/31/2022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9959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BE3C1-DBE1-495D-B57B-2849774B866A}" type="datetimeFigureOut">
              <a:rPr lang="en-US" smtClean="0"/>
              <a:t>5/31/2022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06859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E42F4-6EEF-4EF7-8ED4-2208F0F89A08}" type="datetimeFigureOut">
              <a:rPr lang="en-US" smtClean="0"/>
              <a:t>5/31/2022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7468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78ACC-22D6-47C1-A373-4FD133E34F3C}" type="datetimeFigureOut">
              <a:rPr lang="en-US" smtClean="0"/>
              <a:t>5/31/2022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7432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A6C69-6797-4E8A-BF37-F2C3751466E9}" type="datetimeFigureOut">
              <a:rPr lang="en-US" smtClean="0"/>
              <a:t>5/31/2022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05075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014A1-A632-4878-A0D3-F52BA7563730}" type="datetimeFigureOut">
              <a:rPr lang="en-US" smtClean="0"/>
              <a:t>5/31/2022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358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9F462-093F-4566-844B-4C71F2739DA5}" type="datetimeFigureOut">
              <a:rPr lang="en-US" smtClean="0"/>
              <a:t>5/31/2022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7058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4A7AC-904D-4781-85BA-7D10C17ED021}" type="datetimeFigureOut">
              <a:rPr lang="en-US" smtClean="0"/>
              <a:t>5/31/2022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1131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1444B-B92B-4E27-8C94-BB93EAF5CB18}" type="datetimeFigureOut">
              <a:rPr lang="en-US" smtClean="0"/>
              <a:t>5/31/2022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6324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EFA5E-FA76-400D-B3DC-F0BA90E6D107}" type="datetimeFigureOut">
              <a:rPr lang="en-US" smtClean="0"/>
              <a:t>5/31/2022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218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C117F-5CCF-4837-BE5F-2B92066CAFAF}" type="datetimeFigureOut">
              <a:rPr lang="en-US" smtClean="0"/>
              <a:t>5/31/2022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0165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B90BD-B6CE-46B7-997F-7313B992CCDC}" type="datetimeFigureOut">
              <a:rPr lang="en-US" smtClean="0"/>
              <a:t>5/31/2022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1110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9D11F-B188-461D-B23F-39381795C052}" type="datetimeFigureOut">
              <a:rPr lang="en-US" smtClean="0"/>
              <a:t>5/31/2022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73428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6D8D9-55A2-4063-B0F3-121F44549695}" type="datetimeFigureOut">
              <a:rPr lang="en-US" smtClean="0"/>
              <a:t>5/31/2022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869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24536-994D-4021-A283-9F449C0DB509}" type="datetimeFigureOut">
              <a:rPr lang="en-US" smtClean="0"/>
              <a:t>5/31/2022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2087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BBB78-C96F-47B7-AB17-D852CA960AC9}" type="datetimeFigureOut">
              <a:rPr lang="en-US" smtClean="0"/>
              <a:t>5/31/2022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46280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3F48C-C7C6-4055-9F49-3777875E72AE}" type="datetimeFigureOut">
              <a:rPr lang="en-US" smtClean="0"/>
              <a:t>5/31/2022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1590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6178E61D-D431-422C-9764-11DAFE33AB63}" type="datetimeFigureOut">
              <a:rPr lang="en-US" smtClean="0"/>
              <a:t>5/31/2022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9886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BE3C1-DBE1-495D-B57B-2849774B866A}" type="datetimeFigureOut">
              <a:rPr lang="en-US" smtClean="0"/>
              <a:t>5/31/2022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8423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E42F4-6EEF-4EF7-8ED4-2208F0F89A08}" type="datetimeFigureOut">
              <a:rPr lang="en-US" smtClean="0"/>
              <a:t>5/31/2022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7999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78ACC-22D6-47C1-A373-4FD133E34F3C}" type="datetimeFigureOut">
              <a:rPr lang="en-US" smtClean="0"/>
              <a:t>5/31/2022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986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A6C69-6797-4E8A-BF37-F2C3751466E9}" type="datetimeFigureOut">
              <a:rPr lang="en-US" smtClean="0"/>
              <a:t>5/31/2022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391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014A1-A632-4878-A0D3-F52BA7563730}" type="datetimeFigureOut">
              <a:rPr lang="en-US" smtClean="0"/>
              <a:t>5/31/2022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925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9F462-093F-4566-844B-4C71F2739DA5}" type="datetimeFigureOut">
              <a:rPr lang="en-US" smtClean="0"/>
              <a:t>5/31/2022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1469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4A7AC-904D-4781-85BA-7D10C17ED021}" type="datetimeFigureOut">
              <a:rPr lang="en-US" smtClean="0"/>
              <a:t>5/31/2022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5378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1444B-B92B-4E27-8C94-BB93EAF5CB18}" type="datetimeFigureOut">
              <a:rPr lang="en-US" smtClean="0"/>
              <a:t>5/31/2022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33339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EFA5E-FA76-400D-B3DC-F0BA90E6D107}" type="datetimeFigureOut">
              <a:rPr lang="en-US" smtClean="0"/>
              <a:t>5/31/2022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2067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C117F-5CCF-4837-BE5F-2B92066CAFAF}" type="datetimeFigureOut">
              <a:rPr lang="en-US" smtClean="0"/>
              <a:t>5/31/2022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0607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B90BD-B6CE-46B7-997F-7313B992CCDC}" type="datetimeFigureOut">
              <a:rPr lang="en-US" smtClean="0"/>
              <a:t>5/31/2022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4527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9D11F-B188-461D-B23F-39381795C052}" type="datetimeFigureOut">
              <a:rPr lang="en-US" smtClean="0"/>
              <a:t>5/31/2022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97023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6D8D9-55A2-4063-B0F3-121F44549695}" type="datetimeFigureOut">
              <a:rPr lang="en-US" smtClean="0"/>
              <a:t>5/31/2022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86463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24536-994D-4021-A283-9F449C0DB509}" type="datetimeFigureOut">
              <a:rPr lang="en-US" smtClean="0"/>
              <a:t>5/31/2022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517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BBB78-C96F-47B7-AB17-D852CA960AC9}" type="datetimeFigureOut">
              <a:rPr lang="en-US" smtClean="0"/>
              <a:t>5/31/2022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1729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3F48C-C7C6-4055-9F49-3777875E72AE}" type="datetimeFigureOut">
              <a:rPr lang="en-US" smtClean="0"/>
              <a:t>5/31/2022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9903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6178E61D-D431-422C-9764-11DAFE33AB63}" type="datetimeFigureOut">
              <a:rPr lang="en-US" smtClean="0"/>
              <a:t>5/31/2022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4545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30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9.xml"/><Relationship Id="rId17" Type="http://schemas.openxmlformats.org/officeDocument/2006/relationships/slideLayout" Target="../slideLayouts/slideLayout34.xml"/><Relationship Id="rId2" Type="http://schemas.openxmlformats.org/officeDocument/2006/relationships/slideLayout" Target="../slideLayouts/slideLayout19.xml"/><Relationship Id="rId16" Type="http://schemas.openxmlformats.org/officeDocument/2006/relationships/slideLayout" Target="../slideLayouts/slideLayout33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27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3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13" Type="http://schemas.openxmlformats.org/officeDocument/2006/relationships/slideLayout" Target="../slideLayouts/slideLayout47.xml"/><Relationship Id="rId18" Type="http://schemas.openxmlformats.org/officeDocument/2006/relationships/theme" Target="../theme/theme3.xml"/><Relationship Id="rId3" Type="http://schemas.openxmlformats.org/officeDocument/2006/relationships/slideLayout" Target="../slideLayouts/slideLayout37.xml"/><Relationship Id="rId7" Type="http://schemas.openxmlformats.org/officeDocument/2006/relationships/slideLayout" Target="../slideLayouts/slideLayout41.xml"/><Relationship Id="rId12" Type="http://schemas.openxmlformats.org/officeDocument/2006/relationships/slideLayout" Target="../slideLayouts/slideLayout46.xml"/><Relationship Id="rId17" Type="http://schemas.openxmlformats.org/officeDocument/2006/relationships/slideLayout" Target="../slideLayouts/slideLayout51.xml"/><Relationship Id="rId2" Type="http://schemas.openxmlformats.org/officeDocument/2006/relationships/slideLayout" Target="../slideLayouts/slideLayout36.xml"/><Relationship Id="rId16" Type="http://schemas.openxmlformats.org/officeDocument/2006/relationships/slideLayout" Target="../slideLayouts/slideLayout50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5" Type="http://schemas.openxmlformats.org/officeDocument/2006/relationships/slideLayout" Target="../slideLayouts/slideLayout39.xml"/><Relationship Id="rId1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44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Relationship Id="rId14" Type="http://schemas.openxmlformats.org/officeDocument/2006/relationships/slideLayout" Target="../slideLayouts/slideLayout48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9.xml"/><Relationship Id="rId13" Type="http://schemas.openxmlformats.org/officeDocument/2006/relationships/slideLayout" Target="../slideLayouts/slideLayout64.xml"/><Relationship Id="rId18" Type="http://schemas.openxmlformats.org/officeDocument/2006/relationships/theme" Target="../theme/theme4.xml"/><Relationship Id="rId3" Type="http://schemas.openxmlformats.org/officeDocument/2006/relationships/slideLayout" Target="../slideLayouts/slideLayout54.xml"/><Relationship Id="rId7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63.xml"/><Relationship Id="rId17" Type="http://schemas.openxmlformats.org/officeDocument/2006/relationships/slideLayout" Target="../slideLayouts/slideLayout68.xml"/><Relationship Id="rId2" Type="http://schemas.openxmlformats.org/officeDocument/2006/relationships/slideLayout" Target="../slideLayouts/slideLayout53.xml"/><Relationship Id="rId16" Type="http://schemas.openxmlformats.org/officeDocument/2006/relationships/slideLayout" Target="../slideLayouts/slideLayout67.xml"/><Relationship Id="rId1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62.xml"/><Relationship Id="rId5" Type="http://schemas.openxmlformats.org/officeDocument/2006/relationships/slideLayout" Target="../slideLayouts/slideLayout56.xml"/><Relationship Id="rId15" Type="http://schemas.openxmlformats.org/officeDocument/2006/relationships/slideLayout" Target="../slideLayouts/slideLayout66.xml"/><Relationship Id="rId10" Type="http://schemas.openxmlformats.org/officeDocument/2006/relationships/slideLayout" Target="../slideLayouts/slideLayout61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55.xml"/><Relationship Id="rId9" Type="http://schemas.openxmlformats.org/officeDocument/2006/relationships/slideLayout" Target="../slideLayouts/slideLayout60.xml"/><Relationship Id="rId14" Type="http://schemas.openxmlformats.org/officeDocument/2006/relationships/slideLayout" Target="../slideLayouts/slideLayout6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6E9DEC-419B-4CC5-A080-3B06BD5A8291}" type="datetimeFigureOut">
              <a:rPr lang="en-US" dirty="0"/>
              <a:t>5/31/2022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6E9DEC-419B-4CC5-A080-3B06BD5A8291}" type="datetimeFigureOut">
              <a:rPr lang="en-US" smtClean="0"/>
              <a:t>5/31/2022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62867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228600" algn="ctr" rotWithShape="0">
              <a:prstClr val="black">
                <a:alpha val="53000"/>
              </a:prst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228600" algn="ctr" rotWithShape="0">
              <a:prstClr val="black">
                <a:alpha val="53000"/>
              </a:prst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228600" algn="ctr" rotWithShape="0">
              <a:prstClr val="black">
                <a:alpha val="53000"/>
              </a:prst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228600" algn="ctr" rotWithShape="0">
              <a:prstClr val="black">
                <a:alpha val="53000"/>
              </a:prst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228600" algn="ctr" rotWithShape="0">
              <a:prstClr val="black">
                <a:alpha val="53000"/>
              </a:prst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6E9DEC-419B-4CC5-A080-3B06BD5A8291}" type="datetimeFigureOut">
              <a:rPr lang="en-US" smtClean="0"/>
              <a:t>5/31/2022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582661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  <p:sldLayoutId id="2147483718" r:id="rId13"/>
    <p:sldLayoutId id="2147483719" r:id="rId14"/>
    <p:sldLayoutId id="2147483720" r:id="rId15"/>
    <p:sldLayoutId id="2147483721" r:id="rId16"/>
    <p:sldLayoutId id="2147483722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6E9DEC-419B-4CC5-A080-3B06BD5A8291}" type="datetimeFigureOut">
              <a:rPr lang="en-US" smtClean="0"/>
              <a:t>5/31/2022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689765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4" r:id="rId1"/>
    <p:sldLayoutId id="2147483725" r:id="rId2"/>
    <p:sldLayoutId id="2147483726" r:id="rId3"/>
    <p:sldLayoutId id="2147483727" r:id="rId4"/>
    <p:sldLayoutId id="2147483728" r:id="rId5"/>
    <p:sldLayoutId id="2147483729" r:id="rId6"/>
    <p:sldLayoutId id="2147483730" r:id="rId7"/>
    <p:sldLayoutId id="2147483731" r:id="rId8"/>
    <p:sldLayoutId id="2147483732" r:id="rId9"/>
    <p:sldLayoutId id="2147483733" r:id="rId10"/>
    <p:sldLayoutId id="2147483734" r:id="rId11"/>
    <p:sldLayoutId id="2147483735" r:id="rId12"/>
    <p:sldLayoutId id="2147483736" r:id="rId13"/>
    <p:sldLayoutId id="2147483737" r:id="rId14"/>
    <p:sldLayoutId id="2147483738" r:id="rId15"/>
    <p:sldLayoutId id="2147483739" r:id="rId16"/>
    <p:sldLayoutId id="2147483740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7C031CB-DEB3-405F-9996-5322C24A6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2031F0E-C3FA-4DAF-BD13-4AC665CFF0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E685C68-BF28-4330-A4FE-33ABD88511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49629"/>
            <a:ext cx="11525954" cy="275942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273350E1-40B5-47D9-8DDD-3C2A17B4B6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1" y="0"/>
            <a:ext cx="11525954" cy="5379499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63113" y="756005"/>
            <a:ext cx="5874479" cy="124176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>
                <a:solidFill>
                  <a:schemeClr val="accent1"/>
                </a:solidFill>
              </a:rPr>
              <a:t>Strahinja Stamenković 17413</a:t>
            </a:r>
          </a:p>
          <a:p>
            <a:endParaRPr lang="en-US">
              <a:solidFill>
                <a:schemeClr val="accent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63113" y="1997765"/>
            <a:ext cx="5872891" cy="2696635"/>
          </a:xfrm>
        </p:spPr>
        <p:txBody>
          <a:bodyPr>
            <a:normAutofit/>
          </a:bodyPr>
          <a:lstStyle/>
          <a:p>
            <a:r>
              <a:rPr lang="sr-Latn-RS" sz="4700">
                <a:solidFill>
                  <a:srgbClr val="FFFFFF"/>
                </a:solidFill>
                <a:ea typeface="+mj-lt"/>
                <a:cs typeface="+mj-lt"/>
              </a:rPr>
              <a:t>Autorska prava na internet platformama i društvenim mrežama</a:t>
            </a:r>
            <a:endParaRPr lang="en-US" sz="4700">
              <a:solidFill>
                <a:srgbClr val="FFFFFF"/>
              </a:solidFill>
              <a:ea typeface="+mj-lt"/>
              <a:cs typeface="+mj-lt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1500D0A-0DCA-4E06-8B25-618E6299CC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4686838"/>
            <a:ext cx="1602997" cy="14427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108AC4DC-69B5-4DD1-84BC-850C5A2861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85827" y="3034068"/>
            <a:ext cx="1602997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289291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Sadržaj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/>
              <a:t>Autorska</a:t>
            </a:r>
            <a:r>
              <a:rPr lang="en-US" dirty="0"/>
              <a:t> </a:t>
            </a:r>
            <a:r>
              <a:rPr lang="en-US" dirty="0" err="1"/>
              <a:t>prava</a:t>
            </a:r>
          </a:p>
          <a:p>
            <a:r>
              <a:rPr lang="en-US" dirty="0" err="1"/>
              <a:t>Ostvarena</a:t>
            </a:r>
            <a:r>
              <a:rPr lang="en-US" dirty="0"/>
              <a:t> </a:t>
            </a:r>
            <a:r>
              <a:rPr lang="en-US" dirty="0" err="1"/>
              <a:t>prava</a:t>
            </a:r>
            <a:endParaRPr lang="en-US"/>
          </a:p>
          <a:p>
            <a:r>
              <a:rPr lang="en-US" dirty="0" err="1"/>
              <a:t>Ograničenja</a:t>
            </a:r>
            <a:r>
              <a:rPr lang="en-US" dirty="0"/>
              <a:t> </a:t>
            </a:r>
            <a:r>
              <a:rPr lang="en-US" dirty="0" err="1"/>
              <a:t>izuzeci</a:t>
            </a:r>
            <a:r>
              <a:rPr lang="en-US" dirty="0"/>
              <a:t> </a:t>
            </a:r>
            <a:r>
              <a:rPr lang="sr-Latn-RS" dirty="0"/>
              <a:t>i</a:t>
            </a:r>
            <a:r>
              <a:rPr lang="en-US" dirty="0"/>
              <a:t> </a:t>
            </a:r>
            <a:r>
              <a:rPr lang="en-US" dirty="0" err="1"/>
              <a:t>odbrane</a:t>
            </a:r>
            <a:endParaRPr lang="en-US"/>
          </a:p>
          <a:p>
            <a:r>
              <a:rPr lang="en-US" dirty="0" err="1"/>
              <a:t>Autorska</a:t>
            </a:r>
            <a:r>
              <a:rPr lang="en-US" dirty="0"/>
              <a:t> </a:t>
            </a:r>
            <a:r>
              <a:rPr lang="en-US" dirty="0" err="1"/>
              <a:t>prava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internetu</a:t>
            </a:r>
            <a:endParaRPr lang="en-US"/>
          </a:p>
          <a:p>
            <a:r>
              <a:rPr lang="en-US" dirty="0" err="1"/>
              <a:t>Kritike</a:t>
            </a:r>
            <a:r>
              <a:rPr lang="en-US" dirty="0"/>
              <a:t> </a:t>
            </a:r>
            <a:r>
              <a:rPr lang="en-US" dirty="0" err="1"/>
              <a:t>i</a:t>
            </a:r>
            <a:r>
              <a:rPr lang="en-US" dirty="0"/>
              <a:t> </a:t>
            </a:r>
            <a:r>
              <a:rPr lang="en-US" dirty="0" err="1"/>
              <a:t>problemi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565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Autorska</a:t>
            </a:r>
            <a:r>
              <a:rPr lang="en-US" dirty="0"/>
              <a:t> </a:t>
            </a:r>
            <a:r>
              <a:rPr lang="en-US" dirty="0" err="1"/>
              <a:t>prava</a:t>
            </a:r>
            <a:endParaRPr lang="sr-Latn-RS" dirty="0" err="1"/>
          </a:p>
        </p:txBody>
      </p:sp>
      <p:sp>
        <p:nvSpPr>
          <p:cNvPr id="3" name="Text Placeholder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3914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Intelektualna</a:t>
            </a:r>
            <a:r>
              <a:rPr lang="en-US" dirty="0"/>
              <a:t> </a:t>
            </a:r>
            <a:r>
              <a:rPr lang="en-US" dirty="0" err="1"/>
              <a:t>svojina</a:t>
            </a:r>
          </a:p>
        </p:txBody>
      </p:sp>
      <p:sp>
        <p:nvSpPr>
          <p:cNvPr id="12" name="Čuvar mesta za sadržaj 11">
            <a:extLst>
              <a:ext uri="{FF2B5EF4-FFF2-40B4-BE49-F238E27FC236}">
                <a16:creationId xmlns:a16="http://schemas.microsoft.com/office/drawing/2014/main" id="{BD4DE472-C6B7-884C-EB38-3C4E1CDB46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sr-Latn-RS" dirty="0">
                <a:ea typeface="+mn-lt"/>
                <a:cs typeface="+mn-lt"/>
              </a:rPr>
              <a:t>Intelektualna svojina predstavlja kategoriju svojine koja uključuje nematerijalne kreacije ljudskog intelekta.</a:t>
            </a:r>
            <a:endParaRPr lang="sr-Latn-RS">
              <a:ea typeface="+mn-lt"/>
              <a:cs typeface="+mn-lt"/>
            </a:endParaRPr>
          </a:p>
          <a:p>
            <a:r>
              <a:rPr lang="sr-Latn-RS" dirty="0">
                <a:ea typeface="+mn-lt"/>
                <a:cs typeface="+mn-lt"/>
              </a:rPr>
              <a:t>S obzirom na svoju neopipljivu strukturu, za razliku od tradicionalne svojine, postoje puno poteškoća prilikom osiguravanja njihovih prava.</a:t>
            </a:r>
          </a:p>
        </p:txBody>
      </p:sp>
    </p:spTree>
    <p:extLst>
      <p:ext uri="{BB962C8B-B14F-4D97-AF65-F5344CB8AC3E}">
        <p14:creationId xmlns:p14="http://schemas.microsoft.com/office/powerpoint/2010/main" val="13967080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A0065ABF-44C2-56B5-2AD5-8D26C0960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Autorska prava</a:t>
            </a:r>
          </a:p>
        </p:txBody>
      </p:sp>
      <p:sp>
        <p:nvSpPr>
          <p:cNvPr id="3" name="Čuvar mesta za sadržaj 2">
            <a:extLst>
              <a:ext uri="{FF2B5EF4-FFF2-40B4-BE49-F238E27FC236}">
                <a16:creationId xmlns:a16="http://schemas.microsoft.com/office/drawing/2014/main" id="{700D6999-CEE6-6DA8-2A01-78920A9E88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sr-Latn-RS" dirty="0">
                <a:ea typeface="+mn-lt"/>
                <a:cs typeface="+mn-lt"/>
              </a:rPr>
              <a:t>Autorsko pravo predstavlja tip intelektualne svojine koja daje vlasniku ekskluzivna prava  na kopiranje i distribuciju kreativnog dela, najčešće na određeno vreme.</a:t>
            </a:r>
          </a:p>
          <a:p>
            <a:r>
              <a:rPr lang="sr-Latn-RS" dirty="0">
                <a:ea typeface="+mn-lt"/>
                <a:cs typeface="+mn-lt"/>
              </a:rPr>
              <a:t>Štite originalnu manifestaciju ideje u formi kreativnog dela ali ne i samu ideju.</a:t>
            </a:r>
          </a:p>
          <a:p>
            <a:r>
              <a:rPr lang="sr-Latn-RS" dirty="0">
                <a:ea typeface="+mn-lt"/>
                <a:cs typeface="+mn-lt"/>
              </a:rPr>
              <a:t>Sadrže određena ograničenja koja se određuju na osnovu javnog interesa, primer ovoga je doktrina “Poštena upotreba” (</a:t>
            </a:r>
            <a:r>
              <a:rPr lang="sr-Latn-RS" dirty="0" err="1">
                <a:ea typeface="+mn-lt"/>
                <a:cs typeface="+mn-lt"/>
              </a:rPr>
              <a:t>eng</a:t>
            </a:r>
            <a:r>
              <a:rPr lang="sr-Latn-RS" dirty="0">
                <a:ea typeface="+mn-lt"/>
                <a:cs typeface="+mn-lt"/>
              </a:rPr>
              <a:t>. </a:t>
            </a:r>
            <a:r>
              <a:rPr lang="sr-Latn-RS" i="1" dirty="0" err="1">
                <a:ea typeface="+mn-lt"/>
                <a:cs typeface="+mn-lt"/>
              </a:rPr>
              <a:t>Fair</a:t>
            </a:r>
            <a:r>
              <a:rPr lang="sr-Latn-RS" i="1" dirty="0">
                <a:ea typeface="+mn-lt"/>
                <a:cs typeface="+mn-lt"/>
              </a:rPr>
              <a:t> </a:t>
            </a:r>
            <a:r>
              <a:rPr lang="sr-Latn-RS" i="1" dirty="0" err="1">
                <a:ea typeface="+mn-lt"/>
                <a:cs typeface="+mn-lt"/>
              </a:rPr>
              <a:t>use</a:t>
            </a:r>
            <a:r>
              <a:rPr lang="sr-Latn-RS" dirty="0">
                <a:ea typeface="+mn-lt"/>
                <a:cs typeface="+mn-lt"/>
              </a:rPr>
              <a:t>).</a:t>
            </a:r>
            <a:endParaRPr lang="sr-Latn-RS" dirty="0"/>
          </a:p>
        </p:txBody>
      </p:sp>
    </p:spTree>
    <p:extLst>
      <p:ext uri="{BB962C8B-B14F-4D97-AF65-F5344CB8AC3E}">
        <p14:creationId xmlns:p14="http://schemas.microsoft.com/office/powerpoint/2010/main" val="15412117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A37A445A-0603-EE7E-601B-F6D573392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Autorsko delo</a:t>
            </a:r>
            <a:br>
              <a:rPr lang="sr-Latn-RS" dirty="0"/>
            </a:br>
            <a:endParaRPr lang="sr-Latn-RS" dirty="0"/>
          </a:p>
        </p:txBody>
      </p:sp>
      <p:sp>
        <p:nvSpPr>
          <p:cNvPr id="3" name="Čuvar mesta za sadržaj 2">
            <a:extLst>
              <a:ext uri="{FF2B5EF4-FFF2-40B4-BE49-F238E27FC236}">
                <a16:creationId xmlns:a16="http://schemas.microsoft.com/office/drawing/2014/main" id="{8F4E06B9-60EB-B6C3-78CD-3E5B8A267C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336873"/>
            <a:ext cx="9757634" cy="3987504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sr-Latn-RS" dirty="0">
                <a:latin typeface="Calibri"/>
                <a:ea typeface="Calibri"/>
                <a:cs typeface="Calibri"/>
              </a:rPr>
              <a:t>Autorskim delom se smatraju individualne duhovne tvorevine na polju nauke, književnosti i umetnosti.</a:t>
            </a:r>
          </a:p>
          <a:p>
            <a:r>
              <a:rPr lang="sr-Latn-RS" dirty="0">
                <a:ea typeface="+mn-lt"/>
                <a:cs typeface="+mn-lt"/>
              </a:rPr>
              <a:t>pisana, govorna, muzička, audiovizuelna dela, dela arhitekture i fotografska dela</a:t>
            </a:r>
          </a:p>
          <a:p>
            <a:r>
              <a:rPr lang="sr-Latn-RS" dirty="0">
                <a:ea typeface="+mn-lt"/>
                <a:cs typeface="+mn-lt"/>
              </a:rPr>
              <a:t>naučne, obrazovne i tehničke prezentacije</a:t>
            </a:r>
          </a:p>
          <a:p>
            <a:r>
              <a:rPr lang="sr-Latn-RS" dirty="0">
                <a:ea typeface="+mn-lt"/>
                <a:cs typeface="+mn-lt"/>
              </a:rPr>
              <a:t>Ne čine ih: ideje, koncepti, postupci, radne metode, matematičke operacije, načela i otkrića, službeni tekstovi iz oblasti sudstva, uprave i zakonodavstva, narodne književne i umetničke tvorevine, politički govori i govori koji su održani tokom sudskih rasprava, dnevne vesti, razne druge vesti i informacije izražene u prilagođenoj formi za štampu.</a:t>
            </a:r>
          </a:p>
        </p:txBody>
      </p:sp>
    </p:spTree>
    <p:extLst>
      <p:ext uri="{BB962C8B-B14F-4D97-AF65-F5344CB8AC3E}">
        <p14:creationId xmlns:p14="http://schemas.microsoft.com/office/powerpoint/2010/main" val="3176031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Ostvarena</a:t>
            </a:r>
            <a:r>
              <a:rPr lang="en-US" dirty="0"/>
              <a:t> </a:t>
            </a:r>
            <a:r>
              <a:rPr lang="en-US" dirty="0" err="1"/>
              <a:t>prava</a:t>
            </a:r>
          </a:p>
        </p:txBody>
      </p:sp>
    </p:spTree>
    <p:extLst>
      <p:ext uri="{BB962C8B-B14F-4D97-AF65-F5344CB8AC3E}">
        <p14:creationId xmlns:p14="http://schemas.microsoft.com/office/powerpoint/2010/main" val="3710835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273044F7-D91E-8FF7-5E0D-21B34331E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ea typeface="+mj-lt"/>
                <a:cs typeface="+mj-lt"/>
              </a:rPr>
              <a:t>Ostvarena</a:t>
            </a:r>
            <a:r>
              <a:rPr lang="en-US" dirty="0">
                <a:ea typeface="+mj-lt"/>
                <a:cs typeface="+mj-lt"/>
              </a:rPr>
              <a:t> </a:t>
            </a:r>
            <a:r>
              <a:rPr lang="en-US" dirty="0" err="1">
                <a:ea typeface="+mj-lt"/>
                <a:cs typeface="+mj-lt"/>
              </a:rPr>
              <a:t>prava</a:t>
            </a:r>
            <a:endParaRPr lang="sr-Latn-RS">
              <a:ea typeface="+mj-lt"/>
              <a:cs typeface="+mj-lt"/>
            </a:endParaRPr>
          </a:p>
          <a:p>
            <a:endParaRPr lang="sr-Latn-RS" dirty="0"/>
          </a:p>
        </p:txBody>
      </p:sp>
      <p:sp>
        <p:nvSpPr>
          <p:cNvPr id="3" name="Čuvar mesta za sadržaj 2">
            <a:extLst>
              <a:ext uri="{FF2B5EF4-FFF2-40B4-BE49-F238E27FC236}">
                <a16:creationId xmlns:a16="http://schemas.microsoft.com/office/drawing/2014/main" id="{CD04AD0F-3B29-45B9-771A-9289360323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sr-Latn-RS" dirty="0"/>
              <a:t>Podela na ekonomska i moralna.</a:t>
            </a:r>
          </a:p>
          <a:p>
            <a:r>
              <a:rPr lang="sr-Latn-RS" dirty="0"/>
              <a:t>Prava osigurana u Americi:</a:t>
            </a:r>
          </a:p>
          <a:p>
            <a:pPr lvl="1"/>
            <a:r>
              <a:rPr lang="sr-Latn-RS" dirty="0"/>
              <a:t>Zaštita dela</a:t>
            </a:r>
          </a:p>
          <a:p>
            <a:pPr lvl="1"/>
            <a:r>
              <a:rPr lang="sr-Latn-RS" dirty="0"/>
              <a:t>Pravo da određuje kako i pod kojim uslovima se delo može reklamirati, javno prikazivati, reprodukovati, distribuirati...</a:t>
            </a:r>
          </a:p>
          <a:p>
            <a:pPr lvl="1"/>
            <a:r>
              <a:rPr lang="sr-Latn-RS" dirty="0"/>
              <a:t>Proizvodnja kopija i reprodukcija dela  i prodaja tih kopija</a:t>
            </a:r>
          </a:p>
          <a:p>
            <a:pPr lvl="1"/>
            <a:r>
              <a:rPr lang="sr-Latn-RS" dirty="0"/>
              <a:t>Uvoz i izvoz dela</a:t>
            </a:r>
          </a:p>
          <a:p>
            <a:pPr lvl="1"/>
            <a:r>
              <a:rPr lang="sr-Latn-RS" dirty="0"/>
              <a:t>Kreiranje derivata dela</a:t>
            </a:r>
          </a:p>
          <a:p>
            <a:pPr lvl="1"/>
            <a:r>
              <a:rPr lang="sr-Latn-RS" dirty="0"/>
              <a:t>Izvođenje i prikazivanje dela u javnosti</a:t>
            </a:r>
          </a:p>
          <a:p>
            <a:pPr lvl="1"/>
            <a:r>
              <a:rPr lang="sr-Latn-RS" dirty="0"/>
              <a:t>Prodaja ili predaja prava drugim licima</a:t>
            </a:r>
          </a:p>
          <a:p>
            <a:pPr lvl="1"/>
            <a:r>
              <a:rPr lang="sr-Latn-RS" dirty="0"/>
              <a:t>Prenos ili prikazivanje putem radija, videa i interneta</a:t>
            </a:r>
          </a:p>
        </p:txBody>
      </p:sp>
    </p:spTree>
    <p:extLst>
      <p:ext uri="{BB962C8B-B14F-4D97-AF65-F5344CB8AC3E}">
        <p14:creationId xmlns:p14="http://schemas.microsoft.com/office/powerpoint/2010/main" val="3080465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6209F7CE-87D8-246A-4182-52417F21C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ea typeface="+mj-lt"/>
                <a:cs typeface="+mj-lt"/>
              </a:rPr>
              <a:t>Ekonomska</a:t>
            </a:r>
            <a:r>
              <a:rPr lang="en-US" dirty="0">
                <a:ea typeface="+mj-lt"/>
                <a:cs typeface="+mj-lt"/>
              </a:rPr>
              <a:t> </a:t>
            </a:r>
            <a:r>
              <a:rPr lang="en-US" dirty="0" err="1">
                <a:ea typeface="+mj-lt"/>
                <a:cs typeface="+mj-lt"/>
              </a:rPr>
              <a:t>prava</a:t>
            </a:r>
            <a:endParaRPr lang="sr-Latn-RS">
              <a:ea typeface="+mj-lt"/>
              <a:cs typeface="+mj-lt"/>
            </a:endParaRPr>
          </a:p>
          <a:p>
            <a:endParaRPr lang="sr-Latn-RS" dirty="0"/>
          </a:p>
        </p:txBody>
      </p:sp>
      <p:sp>
        <p:nvSpPr>
          <p:cNvPr id="3" name="Čuvar mesta za sadržaj 2">
            <a:extLst>
              <a:ext uri="{FF2B5EF4-FFF2-40B4-BE49-F238E27FC236}">
                <a16:creationId xmlns:a16="http://schemas.microsoft.com/office/drawing/2014/main" id="{6C41C085-C912-ECA5-6F6A-14F2A90B80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sr-Latn-RS" dirty="0"/>
              <a:t>Imaju za cilj da zaštite monetarni interes autora</a:t>
            </a:r>
          </a:p>
          <a:p>
            <a:r>
              <a:rPr lang="sr-Latn-RS" dirty="0"/>
              <a:t>Nosioci prava mogu da dozvole ili zabrane:</a:t>
            </a:r>
          </a:p>
          <a:p>
            <a:pPr lvl="1"/>
            <a:r>
              <a:rPr lang="sr-Latn-RS" dirty="0">
                <a:ea typeface="+mn-lt"/>
                <a:cs typeface="+mn-lt"/>
              </a:rPr>
              <a:t>Reprodukciju dela u različitim oblicima, kao što su štampane publikacije ili audio snimci</a:t>
            </a:r>
          </a:p>
          <a:p>
            <a:pPr lvl="1"/>
            <a:r>
              <a:rPr lang="sr-Latn-RS" dirty="0">
                <a:ea typeface="+mn-lt"/>
                <a:cs typeface="+mn-lt"/>
              </a:rPr>
              <a:t>Distribucija kopija dela</a:t>
            </a:r>
          </a:p>
          <a:p>
            <a:pPr lvl="1"/>
            <a:r>
              <a:rPr lang="sr-Latn-RS" dirty="0">
                <a:ea typeface="+mn-lt"/>
                <a:cs typeface="+mn-lt"/>
              </a:rPr>
              <a:t>Javna izložba ili izvođenje dela</a:t>
            </a:r>
          </a:p>
          <a:p>
            <a:pPr lvl="1"/>
            <a:r>
              <a:rPr lang="sr-Latn-RS" dirty="0">
                <a:ea typeface="+mn-lt"/>
                <a:cs typeface="+mn-lt"/>
              </a:rPr>
              <a:t>Emitovanje ili drugi vid komunikacije dela narodu</a:t>
            </a:r>
          </a:p>
          <a:p>
            <a:pPr lvl="1"/>
            <a:r>
              <a:rPr lang="sr-Latn-RS" dirty="0">
                <a:ea typeface="+mn-lt"/>
                <a:cs typeface="+mn-lt"/>
              </a:rPr>
              <a:t>Prevod dela u druge jezike</a:t>
            </a:r>
          </a:p>
          <a:p>
            <a:pPr lvl="1"/>
            <a:r>
              <a:rPr lang="sr-Latn-RS" dirty="0">
                <a:ea typeface="+mn-lt"/>
                <a:cs typeface="+mn-lt"/>
              </a:rPr>
              <a:t>Adaptacija dela, kao što je kreiranje filma na osnovu književnog dela</a:t>
            </a:r>
          </a:p>
        </p:txBody>
      </p:sp>
    </p:spTree>
    <p:extLst>
      <p:ext uri="{BB962C8B-B14F-4D97-AF65-F5344CB8AC3E}">
        <p14:creationId xmlns:p14="http://schemas.microsoft.com/office/powerpoint/2010/main" val="707828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Moralna</a:t>
            </a:r>
            <a:r>
              <a:rPr lang="en-US" dirty="0"/>
              <a:t> </a:t>
            </a:r>
            <a:r>
              <a:rPr lang="en-US" dirty="0" err="1"/>
              <a:t>prava</a:t>
            </a:r>
          </a:p>
        </p:txBody>
      </p:sp>
      <p:sp>
        <p:nvSpPr>
          <p:cNvPr id="5" name="Čuvar mesta za sadržaj 4">
            <a:extLst>
              <a:ext uri="{FF2B5EF4-FFF2-40B4-BE49-F238E27FC236}">
                <a16:creationId xmlns:a16="http://schemas.microsoft.com/office/drawing/2014/main" id="{2CE7635C-525F-2BF5-8475-E7CCD459BF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sr-Latn-RS" dirty="0">
                <a:ea typeface="+mn-lt"/>
                <a:cs typeface="+mn-lt"/>
              </a:rPr>
              <a:t>Predstavljaju neekonomska prava kreatora.</a:t>
            </a:r>
          </a:p>
          <a:p>
            <a:r>
              <a:rPr lang="sr-Latn-RS" dirty="0">
                <a:ea typeface="+mn-lt"/>
                <a:cs typeface="+mn-lt"/>
              </a:rPr>
              <a:t>Štite autorovu vezu sa delom kao i integritet tog dela</a:t>
            </a:r>
          </a:p>
          <a:p>
            <a:r>
              <a:rPr lang="sr-Latn-RS" dirty="0">
                <a:ea typeface="+mn-lt"/>
                <a:cs typeface="+mn-lt"/>
              </a:rPr>
              <a:t>U Sjedinjenim Američkim Državama moralna prava nisu zakonski prepoznata.</a:t>
            </a:r>
          </a:p>
          <a:p>
            <a:r>
              <a:rPr lang="sr-Latn-RS" dirty="0"/>
              <a:t>Individualna prava su kodifikovana kroz razne aktove kao što su:</a:t>
            </a:r>
          </a:p>
          <a:p>
            <a:pPr lvl="1"/>
            <a:r>
              <a:rPr lang="sr-Latn-RS" dirty="0">
                <a:ea typeface="+mn-lt"/>
                <a:cs typeface="+mn-lt"/>
              </a:rPr>
              <a:t>Akt o pravima vizuelnih umetnika</a:t>
            </a:r>
          </a:p>
          <a:p>
            <a:pPr lvl="1"/>
            <a:r>
              <a:rPr lang="sr-Latn-RS" dirty="0">
                <a:ea typeface="+mn-lt"/>
                <a:cs typeface="+mn-lt"/>
              </a:rPr>
              <a:t>Pravo na adaptaciju</a:t>
            </a:r>
          </a:p>
          <a:p>
            <a:pPr lvl="1"/>
            <a:r>
              <a:rPr lang="sr-Latn-RS" dirty="0" err="1">
                <a:ea typeface="+mn-lt"/>
                <a:cs typeface="+mn-lt"/>
              </a:rPr>
              <a:t>Lanhamov</a:t>
            </a:r>
            <a:r>
              <a:rPr lang="sr-Latn-RS" dirty="0">
                <a:ea typeface="+mn-lt"/>
                <a:cs typeface="+mn-lt"/>
              </a:rPr>
              <a:t> akt</a:t>
            </a:r>
          </a:p>
          <a:p>
            <a:pPr lvl="1"/>
            <a:r>
              <a:rPr lang="sr-Latn-RS" dirty="0">
                <a:ea typeface="+mn-lt"/>
                <a:cs typeface="+mn-lt"/>
              </a:rPr>
              <a:t>Učtivost </a:t>
            </a:r>
            <a:r>
              <a:rPr lang="sr-Latn-RS" dirty="0" err="1">
                <a:ea typeface="+mn-lt"/>
                <a:cs typeface="+mn-lt"/>
              </a:rPr>
              <a:t>nepripisivanja</a:t>
            </a:r>
          </a:p>
        </p:txBody>
      </p:sp>
    </p:spTree>
    <p:extLst>
      <p:ext uri="{BB962C8B-B14F-4D97-AF65-F5344CB8AC3E}">
        <p14:creationId xmlns:p14="http://schemas.microsoft.com/office/powerpoint/2010/main" val="4080344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Ograničenja</a:t>
            </a:r>
            <a:r>
              <a:rPr lang="en-US" dirty="0"/>
              <a:t>, </a:t>
            </a:r>
            <a:r>
              <a:rPr lang="en-US" dirty="0" err="1"/>
              <a:t>izuzeci</a:t>
            </a:r>
            <a:r>
              <a:rPr lang="en-US" dirty="0"/>
              <a:t> I </a:t>
            </a:r>
            <a:r>
              <a:rPr lang="en-US" dirty="0" err="1"/>
              <a:t>odbrane</a:t>
            </a:r>
          </a:p>
        </p:txBody>
      </p:sp>
    </p:spTree>
    <p:extLst>
      <p:ext uri="{BB962C8B-B14F-4D97-AF65-F5344CB8AC3E}">
        <p14:creationId xmlns:p14="http://schemas.microsoft.com/office/powerpoint/2010/main" val="20622533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ea typeface="+mj-lt"/>
                <a:cs typeface="+mj-lt"/>
              </a:rPr>
              <a:t>Ograničenja</a:t>
            </a:r>
            <a:r>
              <a:rPr lang="en-US" dirty="0">
                <a:ea typeface="+mj-lt"/>
                <a:cs typeface="+mj-lt"/>
              </a:rPr>
              <a:t>, </a:t>
            </a:r>
            <a:r>
              <a:rPr lang="en-US" dirty="0" err="1">
                <a:ea typeface="+mj-lt"/>
                <a:cs typeface="+mj-lt"/>
              </a:rPr>
              <a:t>izuzeci</a:t>
            </a:r>
            <a:r>
              <a:rPr lang="en-US" dirty="0">
                <a:ea typeface="+mj-lt"/>
                <a:cs typeface="+mj-lt"/>
              </a:rPr>
              <a:t> I </a:t>
            </a:r>
            <a:r>
              <a:rPr lang="en-US" dirty="0" err="1">
                <a:ea typeface="+mj-lt"/>
                <a:cs typeface="+mj-lt"/>
              </a:rPr>
              <a:t>odbrane</a:t>
            </a:r>
            <a:endParaRPr lang="sr-Latn-RS" dirty="0" err="1"/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680322" y="2354272"/>
            <a:ext cx="9615411" cy="358191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sr-Latn-RS" i="1" dirty="0">
                <a:ea typeface="+mn-lt"/>
                <a:cs typeface="+mn-lt"/>
              </a:rPr>
              <a:t>Doktrina prve prodaje</a:t>
            </a:r>
            <a:r>
              <a:rPr lang="sr-Latn-RS" dirty="0">
                <a:ea typeface="+mn-lt"/>
                <a:cs typeface="+mn-lt"/>
              </a:rPr>
              <a:t> (</a:t>
            </a:r>
            <a:r>
              <a:rPr lang="sr-Latn-RS" dirty="0" err="1">
                <a:ea typeface="+mn-lt"/>
                <a:cs typeface="+mn-lt"/>
              </a:rPr>
              <a:t>eng</a:t>
            </a:r>
            <a:r>
              <a:rPr lang="sr-Latn-RS" dirty="0">
                <a:ea typeface="+mn-lt"/>
                <a:cs typeface="+mn-lt"/>
              </a:rPr>
              <a:t>. </a:t>
            </a:r>
            <a:r>
              <a:rPr lang="sr-Latn-RS" i="1" dirty="0" err="1">
                <a:ea typeface="+mn-lt"/>
                <a:cs typeface="+mn-lt"/>
              </a:rPr>
              <a:t>First</a:t>
            </a:r>
            <a:r>
              <a:rPr lang="sr-Latn-RS" i="1" dirty="0">
                <a:ea typeface="+mn-lt"/>
                <a:cs typeface="+mn-lt"/>
              </a:rPr>
              <a:t> sale </a:t>
            </a:r>
            <a:r>
              <a:rPr lang="sr-Latn-RS" i="1" dirty="0" err="1">
                <a:ea typeface="+mn-lt"/>
                <a:cs typeface="+mn-lt"/>
              </a:rPr>
              <a:t>doctrine</a:t>
            </a:r>
            <a:r>
              <a:rPr lang="sr-Latn-RS" dirty="0">
                <a:ea typeface="+mn-lt"/>
                <a:cs typeface="+mn-lt"/>
              </a:rPr>
              <a:t>)</a:t>
            </a:r>
          </a:p>
          <a:p>
            <a:r>
              <a:rPr lang="sr-Latn-RS" i="1" dirty="0">
                <a:ea typeface="+mn-lt"/>
                <a:cs typeface="+mn-lt"/>
              </a:rPr>
              <a:t>Odbrana dobre volje</a:t>
            </a:r>
            <a:r>
              <a:rPr lang="sr-Latn-RS" dirty="0">
                <a:ea typeface="+mn-lt"/>
                <a:cs typeface="+mn-lt"/>
              </a:rPr>
              <a:t> (</a:t>
            </a:r>
            <a:r>
              <a:rPr lang="sr-Latn-RS" dirty="0" err="1">
                <a:ea typeface="+mn-lt"/>
                <a:cs typeface="+mn-lt"/>
              </a:rPr>
              <a:t>eng</a:t>
            </a:r>
            <a:r>
              <a:rPr lang="sr-Latn-RS" dirty="0">
                <a:ea typeface="+mn-lt"/>
                <a:cs typeface="+mn-lt"/>
              </a:rPr>
              <a:t>. </a:t>
            </a:r>
            <a:r>
              <a:rPr lang="sr-Latn-RS" i="1" dirty="0" err="1">
                <a:ea typeface="+mn-lt"/>
                <a:cs typeface="+mn-lt"/>
              </a:rPr>
              <a:t>Good</a:t>
            </a:r>
            <a:r>
              <a:rPr lang="sr-Latn-RS" i="1" dirty="0">
                <a:ea typeface="+mn-lt"/>
                <a:cs typeface="+mn-lt"/>
              </a:rPr>
              <a:t> </a:t>
            </a:r>
            <a:r>
              <a:rPr lang="sr-Latn-RS" i="1" dirty="0" err="1">
                <a:ea typeface="+mn-lt"/>
                <a:cs typeface="+mn-lt"/>
              </a:rPr>
              <a:t>faith</a:t>
            </a:r>
            <a:r>
              <a:rPr lang="sr-Latn-RS" i="1" dirty="0">
                <a:ea typeface="+mn-lt"/>
                <a:cs typeface="+mn-lt"/>
              </a:rPr>
              <a:t> </a:t>
            </a:r>
            <a:r>
              <a:rPr lang="sr-Latn-RS" i="1" dirty="0" err="1">
                <a:ea typeface="+mn-lt"/>
                <a:cs typeface="+mn-lt"/>
              </a:rPr>
              <a:t>defense</a:t>
            </a:r>
            <a:r>
              <a:rPr lang="sr-Latn-RS" dirty="0">
                <a:ea typeface="+mn-lt"/>
                <a:cs typeface="+mn-lt"/>
              </a:rPr>
              <a:t>)</a:t>
            </a:r>
          </a:p>
          <a:p>
            <a:r>
              <a:rPr lang="sr-Latn-RS" dirty="0">
                <a:ea typeface="+mn-lt"/>
                <a:cs typeface="+mn-lt"/>
              </a:rPr>
              <a:t>Zakon o autorskim pravima uključuje posebne izuzetke za određene vrste dela i određene entitete, kao što su biblioteke, javni emiteri, Brajevo pismo, rezervne kopije softvera...</a:t>
            </a:r>
          </a:p>
          <a:p>
            <a:r>
              <a:rPr lang="sr-Latn-RS" i="1" dirty="0">
                <a:ea typeface="+mn-lt"/>
                <a:cs typeface="+mn-lt"/>
              </a:rPr>
              <a:t>Provizije za slepe i osobe sa invaliditetom</a:t>
            </a:r>
          </a:p>
          <a:p>
            <a:r>
              <a:rPr lang="sr-Latn-RS" i="1" dirty="0">
                <a:ea typeface="+mn-lt"/>
                <a:cs typeface="+mn-lt"/>
              </a:rPr>
              <a:t>Onlajn servis provajderi “</a:t>
            </a:r>
            <a:r>
              <a:rPr lang="sr-Latn-RS" i="1" dirty="0" err="1">
                <a:ea typeface="+mn-lt"/>
                <a:cs typeface="+mn-lt"/>
              </a:rPr>
              <a:t>Safe</a:t>
            </a:r>
            <a:r>
              <a:rPr lang="sr-Latn-RS" i="1" dirty="0">
                <a:ea typeface="+mn-lt"/>
                <a:cs typeface="+mn-lt"/>
              </a:rPr>
              <a:t> </a:t>
            </a:r>
            <a:r>
              <a:rPr lang="sr-Latn-RS" i="1" dirty="0" err="1">
                <a:ea typeface="+mn-lt"/>
                <a:cs typeface="+mn-lt"/>
              </a:rPr>
              <a:t>Harbor</a:t>
            </a:r>
            <a:r>
              <a:rPr lang="sr-Latn-RS" i="1" dirty="0">
                <a:ea typeface="+mn-lt"/>
                <a:cs typeface="+mn-lt"/>
              </a:rPr>
              <a:t>”</a:t>
            </a:r>
          </a:p>
          <a:p>
            <a:r>
              <a:rPr lang="sr-Latn-RS" dirty="0">
                <a:ea typeface="+mn-lt"/>
                <a:cs typeface="+mn-lt"/>
              </a:rPr>
              <a:t>Autorskim pravom nisu zaštićena dela kreirana od strane životinja</a:t>
            </a:r>
            <a:endParaRPr lang="sr-Latn-RS" i="1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722750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51CA587B-A98C-BAE4-6DBB-5AFE3D47B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>
                <a:ea typeface="+mj-lt"/>
                <a:cs typeface="+mj-lt"/>
              </a:rPr>
              <a:t>Poštena upotreba (</a:t>
            </a:r>
            <a:r>
              <a:rPr lang="sr-Latn-RS" dirty="0" err="1">
                <a:ea typeface="+mj-lt"/>
                <a:cs typeface="+mj-lt"/>
              </a:rPr>
              <a:t>eng</a:t>
            </a:r>
            <a:r>
              <a:rPr lang="sr-Latn-RS" dirty="0">
                <a:ea typeface="+mj-lt"/>
                <a:cs typeface="+mj-lt"/>
              </a:rPr>
              <a:t>. </a:t>
            </a:r>
            <a:r>
              <a:rPr lang="sr-Latn-RS" i="1" dirty="0" err="1">
                <a:ea typeface="+mj-lt"/>
                <a:cs typeface="+mj-lt"/>
              </a:rPr>
              <a:t>Fair</a:t>
            </a:r>
            <a:r>
              <a:rPr lang="sr-Latn-RS" i="1" dirty="0">
                <a:ea typeface="+mj-lt"/>
                <a:cs typeface="+mj-lt"/>
              </a:rPr>
              <a:t> </a:t>
            </a:r>
            <a:r>
              <a:rPr lang="sr-Latn-RS" i="1" dirty="0" err="1">
                <a:ea typeface="+mj-lt"/>
                <a:cs typeface="+mj-lt"/>
              </a:rPr>
              <a:t>use</a:t>
            </a:r>
            <a:r>
              <a:rPr lang="sr-Latn-RS" dirty="0">
                <a:ea typeface="+mj-lt"/>
                <a:cs typeface="+mj-lt"/>
              </a:rPr>
              <a:t>)</a:t>
            </a:r>
          </a:p>
        </p:txBody>
      </p:sp>
      <p:sp>
        <p:nvSpPr>
          <p:cNvPr id="4" name="Čuvar mesta za sadržaj 3">
            <a:extLst>
              <a:ext uri="{FF2B5EF4-FFF2-40B4-BE49-F238E27FC236}">
                <a16:creationId xmlns:a16="http://schemas.microsoft.com/office/drawing/2014/main" id="{28103B3C-04B0-AD51-7A0C-490719E191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0322" y="2469292"/>
            <a:ext cx="9615411" cy="3926970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sr-Latn-RS" dirty="0">
                <a:ea typeface="+mn-lt"/>
                <a:cs typeface="+mn-lt"/>
              </a:rPr>
              <a:t>Predstavlja korišćenje ograničene količine materijala koji je zaštićen autorskim pravima na takav način da ne dođe do kršenja autorskih prava. </a:t>
            </a:r>
          </a:p>
          <a:p>
            <a:r>
              <a:rPr lang="sr-Latn-RS" dirty="0">
                <a:ea typeface="+mn-lt"/>
                <a:cs typeface="+mn-lt"/>
              </a:rPr>
              <a:t>Postoje četiri faktora koje je potrebno proceniti kako bi se odredilo da li je određena upotreba poštena:</a:t>
            </a:r>
          </a:p>
          <a:p>
            <a:pPr lvl="1"/>
            <a:r>
              <a:rPr lang="sr-Latn-RS" i="1" dirty="0">
                <a:ea typeface="+mn-lt"/>
                <a:cs typeface="+mn-lt"/>
              </a:rPr>
              <a:t>Svrha i karakter korišćenja, uključujući i da li je upotreba komercijalne ili neprofitne obrazovne svrhe</a:t>
            </a:r>
          </a:p>
          <a:p>
            <a:pPr lvl="1"/>
            <a:r>
              <a:rPr lang="sr-Latn-RS" i="1" dirty="0">
                <a:ea typeface="+mn-lt"/>
                <a:cs typeface="+mn-lt"/>
              </a:rPr>
              <a:t>Priroda dela zaštićenog autorskim pravom</a:t>
            </a:r>
          </a:p>
          <a:p>
            <a:pPr lvl="1"/>
            <a:r>
              <a:rPr lang="sr-Latn-RS" i="1" dirty="0">
                <a:ea typeface="+mn-lt"/>
                <a:cs typeface="+mn-lt"/>
              </a:rPr>
              <a:t>Količina i značajni deo </a:t>
            </a:r>
            <a:r>
              <a:rPr lang="sr-Latn-RS" i="1" err="1">
                <a:ea typeface="+mn-lt"/>
                <a:cs typeface="+mn-lt"/>
              </a:rPr>
              <a:t>korišćenog</a:t>
            </a:r>
            <a:r>
              <a:rPr lang="sr-Latn-RS" i="1" dirty="0">
                <a:ea typeface="+mn-lt"/>
                <a:cs typeface="+mn-lt"/>
              </a:rPr>
              <a:t> dela u odnosu na delo </a:t>
            </a:r>
            <a:r>
              <a:rPr lang="sr-Latn-RS" i="1" err="1">
                <a:ea typeface="+mn-lt"/>
                <a:cs typeface="+mn-lt"/>
              </a:rPr>
              <a:t>zaštićeno</a:t>
            </a:r>
            <a:r>
              <a:rPr lang="sr-Latn-RS" i="1" dirty="0">
                <a:ea typeface="+mn-lt"/>
                <a:cs typeface="+mn-lt"/>
              </a:rPr>
              <a:t> autorskim pravima u celini</a:t>
            </a:r>
          </a:p>
          <a:p>
            <a:pPr lvl="1"/>
            <a:r>
              <a:rPr lang="sr-Latn-RS" i="1" dirty="0">
                <a:ea typeface="+mn-lt"/>
                <a:cs typeface="+mn-lt"/>
              </a:rPr>
              <a:t>Efekat korišćenja na potencijalno tržište ili vrednost dela </a:t>
            </a:r>
            <a:r>
              <a:rPr lang="sr-Latn-RS" i="1" dirty="0" err="1">
                <a:ea typeface="+mn-lt"/>
                <a:cs typeface="+mn-lt"/>
              </a:rPr>
              <a:t>zašticenog</a:t>
            </a:r>
            <a:r>
              <a:rPr lang="sr-Latn-RS" i="1" dirty="0">
                <a:ea typeface="+mn-lt"/>
                <a:cs typeface="+mn-lt"/>
              </a:rPr>
              <a:t> autorskim pravom</a:t>
            </a:r>
          </a:p>
        </p:txBody>
      </p:sp>
    </p:spTree>
    <p:extLst>
      <p:ext uri="{BB962C8B-B14F-4D97-AF65-F5344CB8AC3E}">
        <p14:creationId xmlns:p14="http://schemas.microsoft.com/office/powerpoint/2010/main" val="3707738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Autorska</a:t>
            </a:r>
            <a:r>
              <a:rPr lang="en-US" dirty="0"/>
              <a:t> </a:t>
            </a:r>
            <a:r>
              <a:rPr lang="en-US" dirty="0" err="1"/>
              <a:t>prava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internetu</a:t>
            </a:r>
          </a:p>
        </p:txBody>
      </p:sp>
    </p:spTree>
    <p:extLst>
      <p:ext uri="{BB962C8B-B14F-4D97-AF65-F5344CB8AC3E}">
        <p14:creationId xmlns:p14="http://schemas.microsoft.com/office/powerpoint/2010/main" val="3589653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Digital Millenium Copyright Act</a:t>
            </a:r>
            <a:endParaRPr lang="sr-Latn-R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/>
              <a:t>Donet</a:t>
            </a:r>
            <a:r>
              <a:rPr lang="en-US" dirty="0"/>
              <a:t> 1998. </a:t>
            </a:r>
            <a:r>
              <a:rPr lang="en-US" dirty="0" err="1"/>
              <a:t>godine</a:t>
            </a:r>
            <a:endParaRPr lang="en-US" dirty="0"/>
          </a:p>
          <a:p>
            <a:r>
              <a:rPr lang="en-US" dirty="0" err="1"/>
              <a:t>Odnosi</a:t>
            </a:r>
            <a:r>
              <a:rPr lang="en-US" dirty="0"/>
              <a:t> se </a:t>
            </a:r>
            <a:r>
              <a:rPr lang="en-US" dirty="0" err="1"/>
              <a:t>na</a:t>
            </a:r>
            <a:r>
              <a:rPr lang="en-US" dirty="0"/>
              <a:t> </a:t>
            </a:r>
            <a:r>
              <a:rPr lang="en-US" dirty="0" err="1"/>
              <a:t>sve</a:t>
            </a:r>
            <a:r>
              <a:rPr lang="en-US" dirty="0"/>
              <a:t> internet </a:t>
            </a:r>
            <a:r>
              <a:rPr lang="en-US" dirty="0" err="1"/>
              <a:t>platforme</a:t>
            </a:r>
            <a:r>
              <a:rPr lang="en-US" dirty="0"/>
              <a:t> </a:t>
            </a:r>
            <a:r>
              <a:rPr lang="en-US" dirty="0" err="1"/>
              <a:t>koje</a:t>
            </a:r>
            <a:r>
              <a:rPr lang="en-US" dirty="0"/>
              <a:t> </a:t>
            </a:r>
            <a:r>
              <a:rPr lang="en-US" dirty="0" err="1"/>
              <a:t>imaju</a:t>
            </a:r>
            <a:r>
              <a:rPr lang="en-US" dirty="0"/>
              <a:t> </a:t>
            </a:r>
            <a:r>
              <a:rPr lang="en-US" dirty="0" err="1"/>
              <a:t>sedište</a:t>
            </a:r>
            <a:r>
              <a:rPr lang="en-US" dirty="0"/>
              <a:t> u </a:t>
            </a:r>
            <a:r>
              <a:rPr lang="en-US" dirty="0" err="1"/>
              <a:t>Americi</a:t>
            </a:r>
            <a:endParaRPr lang="en-US" dirty="0"/>
          </a:p>
          <a:p>
            <a:r>
              <a:rPr lang="en-US" err="1"/>
              <a:t>Kriminalizuje</a:t>
            </a:r>
            <a:r>
              <a:rPr lang="en-US" dirty="0"/>
              <a:t> </a:t>
            </a:r>
            <a:r>
              <a:rPr lang="en-US" err="1"/>
              <a:t>proizvodnju</a:t>
            </a:r>
            <a:r>
              <a:rPr lang="en-US" dirty="0"/>
              <a:t> I </a:t>
            </a:r>
            <a:r>
              <a:rPr lang="en-US" err="1"/>
              <a:t>širenje</a:t>
            </a:r>
            <a:r>
              <a:rPr lang="en-US" dirty="0"/>
              <a:t> </a:t>
            </a:r>
            <a:r>
              <a:rPr lang="en-US" err="1"/>
              <a:t>tehnologije</a:t>
            </a:r>
            <a:r>
              <a:rPr lang="en-US" dirty="0"/>
              <a:t>, </a:t>
            </a:r>
            <a:r>
              <a:rPr lang="en-US" err="1"/>
              <a:t>uređaja</a:t>
            </a:r>
            <a:r>
              <a:rPr lang="en-US" dirty="0"/>
              <a:t> </a:t>
            </a:r>
            <a:r>
              <a:rPr lang="en-US" err="1"/>
              <a:t>ili</a:t>
            </a:r>
            <a:r>
              <a:rPr lang="en-US" dirty="0"/>
              <a:t> </a:t>
            </a:r>
            <a:r>
              <a:rPr lang="en-US" err="1"/>
              <a:t>usluga</a:t>
            </a:r>
            <a:r>
              <a:rPr lang="en-US" dirty="0"/>
              <a:t> </a:t>
            </a:r>
            <a:r>
              <a:rPr lang="en-US" err="1"/>
              <a:t>namenjenih</a:t>
            </a:r>
            <a:r>
              <a:rPr lang="en-US" dirty="0"/>
              <a:t> </a:t>
            </a:r>
            <a:r>
              <a:rPr lang="en-US" err="1"/>
              <a:t>kako</a:t>
            </a:r>
            <a:r>
              <a:rPr lang="en-US" dirty="0"/>
              <a:t> bi se </a:t>
            </a:r>
            <a:r>
              <a:rPr lang="en-US" err="1"/>
              <a:t>izbegle</a:t>
            </a:r>
            <a:r>
              <a:rPr lang="en-US" dirty="0"/>
              <a:t> mere </a:t>
            </a:r>
            <a:r>
              <a:rPr lang="en-US" err="1"/>
              <a:t>koje</a:t>
            </a:r>
            <a:r>
              <a:rPr lang="en-US" dirty="0"/>
              <a:t> </a:t>
            </a:r>
            <a:r>
              <a:rPr lang="en-US" err="1"/>
              <a:t>kontrolisu</a:t>
            </a:r>
            <a:r>
              <a:rPr lang="en-US" dirty="0"/>
              <a:t> </a:t>
            </a:r>
            <a:r>
              <a:rPr lang="en-US" err="1"/>
              <a:t>pristup</a:t>
            </a:r>
            <a:r>
              <a:rPr lang="en-US" dirty="0"/>
              <a:t> </a:t>
            </a:r>
            <a:r>
              <a:rPr lang="en-US" err="1"/>
              <a:t>sadržaju</a:t>
            </a:r>
            <a:r>
              <a:rPr lang="en-US" dirty="0"/>
              <a:t> </a:t>
            </a:r>
            <a:r>
              <a:rPr lang="en-US" err="1"/>
              <a:t>sa</a:t>
            </a:r>
            <a:r>
              <a:rPr lang="en-US" dirty="0"/>
              <a:t> </a:t>
            </a:r>
            <a:r>
              <a:rPr lang="en-US" err="1"/>
              <a:t>zaštićenim</a:t>
            </a:r>
            <a:r>
              <a:rPr lang="en-US" dirty="0"/>
              <a:t> </a:t>
            </a:r>
            <a:r>
              <a:rPr lang="en-US" err="1"/>
              <a:t>autorskim</a:t>
            </a:r>
            <a:r>
              <a:rPr lang="en-US" dirty="0"/>
              <a:t> </a:t>
            </a:r>
            <a:r>
              <a:rPr lang="en-US" err="1"/>
              <a:t>pravima</a:t>
            </a:r>
            <a:r>
              <a:rPr lang="en-US" dirty="0"/>
              <a:t>.</a:t>
            </a:r>
          </a:p>
          <a:p>
            <a:r>
              <a:rPr lang="en-US" dirty="0"/>
              <a:t>Menja </a:t>
            </a:r>
            <a:r>
              <a:rPr lang="en-US" dirty="0" err="1"/>
              <a:t>američki</a:t>
            </a:r>
            <a:r>
              <a:rPr lang="en-US" dirty="0"/>
              <a:t> </a:t>
            </a:r>
            <a:r>
              <a:rPr lang="en-US" dirty="0" err="1"/>
              <a:t>zakon</a:t>
            </a:r>
            <a:r>
              <a:rPr lang="en-US" dirty="0"/>
              <a:t> o </a:t>
            </a:r>
            <a:r>
              <a:rPr lang="en-US" dirty="0" err="1"/>
              <a:t>autorskim</a:t>
            </a:r>
            <a:r>
              <a:rPr lang="en-US" dirty="0"/>
              <a:t> </a:t>
            </a:r>
            <a:r>
              <a:rPr lang="en-US" dirty="0" err="1"/>
              <a:t>pravima</a:t>
            </a:r>
            <a:r>
              <a:rPr lang="en-US" dirty="0"/>
              <a:t> </a:t>
            </a:r>
            <a:r>
              <a:rPr lang="en-US" dirty="0" err="1"/>
              <a:t>kako</a:t>
            </a:r>
            <a:r>
              <a:rPr lang="en-US" dirty="0"/>
              <a:t> bi se </a:t>
            </a:r>
            <a:r>
              <a:rPr lang="en-US" dirty="0" err="1"/>
              <a:t>pozabavio</a:t>
            </a:r>
            <a:r>
              <a:rPr lang="en-US" dirty="0"/>
              <a:t> </a:t>
            </a:r>
            <a:r>
              <a:rPr lang="en-US" dirty="0" err="1"/>
              <a:t>važnim</a:t>
            </a:r>
            <a:r>
              <a:rPr lang="en-US" dirty="0"/>
              <a:t> </a:t>
            </a:r>
            <a:r>
              <a:rPr lang="en-US" dirty="0" err="1"/>
              <a:t>delovima</a:t>
            </a:r>
            <a:r>
              <a:rPr lang="en-US" dirty="0"/>
              <a:t> </a:t>
            </a:r>
            <a:r>
              <a:rPr lang="en-US" dirty="0" err="1"/>
              <a:t>odnosa</a:t>
            </a:r>
            <a:r>
              <a:rPr lang="en-US" dirty="0"/>
              <a:t> </a:t>
            </a:r>
            <a:r>
              <a:rPr lang="en-US" dirty="0" err="1"/>
              <a:t>između</a:t>
            </a:r>
            <a:r>
              <a:rPr lang="en-US" dirty="0"/>
              <a:t> </a:t>
            </a:r>
            <a:r>
              <a:rPr lang="en-US" dirty="0" err="1"/>
              <a:t>autorskih</a:t>
            </a:r>
            <a:r>
              <a:rPr lang="en-US" dirty="0"/>
              <a:t> </a:t>
            </a:r>
            <a:r>
              <a:rPr lang="en-US" dirty="0" err="1"/>
              <a:t>prava</a:t>
            </a:r>
            <a:r>
              <a:rPr lang="en-US" dirty="0"/>
              <a:t> I </a:t>
            </a:r>
            <a:r>
              <a:rPr lang="en-US" dirty="0" err="1"/>
              <a:t>interneta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5521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A05112A5-DE3A-B50B-21BF-AAB72F089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Izmene zakona</a:t>
            </a:r>
          </a:p>
        </p:txBody>
      </p:sp>
      <p:sp>
        <p:nvSpPr>
          <p:cNvPr id="3" name="Čuvar mesta za sadržaj 2">
            <a:extLst>
              <a:ext uri="{FF2B5EF4-FFF2-40B4-BE49-F238E27FC236}">
                <a16:creationId xmlns:a16="http://schemas.microsoft.com/office/drawing/2014/main" id="{BD6D3A3C-9CAC-DDAB-E35F-C79447E907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sr-Latn-RS" dirty="0">
                <a:ea typeface="+mn-lt"/>
                <a:cs typeface="+mn-lt"/>
              </a:rPr>
              <a:t>Uspostavljanje zaštite za pružaoce onlajn usluga u određenim situacijama ako se njihovi korisnici upuste u kršenje autorskih prava, </a:t>
            </a:r>
            <a:r>
              <a:rPr lang="sr-Latn-RS" dirty="0" err="1">
                <a:ea typeface="+mn-lt"/>
                <a:cs typeface="+mn-lt"/>
              </a:rPr>
              <a:t>uključujući</a:t>
            </a:r>
            <a:r>
              <a:rPr lang="sr-Latn-RS" dirty="0">
                <a:ea typeface="+mn-lt"/>
                <a:cs typeface="+mn-lt"/>
              </a:rPr>
              <a:t> stvaranje sistema obaveštenja i uklanjanja, koji </a:t>
            </a:r>
            <a:r>
              <a:rPr lang="sr-Latn-RS" dirty="0" err="1">
                <a:ea typeface="+mn-lt"/>
                <a:cs typeface="+mn-lt"/>
              </a:rPr>
              <a:t>omogućava</a:t>
            </a:r>
            <a:r>
              <a:rPr lang="sr-Latn-RS" dirty="0">
                <a:ea typeface="+mn-lt"/>
                <a:cs typeface="+mn-lt"/>
              </a:rPr>
              <a:t> vlasnicima autorskih prava da informišu dobavljače onlajn usluga o materijalu koji krši autorska prava tako da može se skinuti.</a:t>
            </a:r>
          </a:p>
          <a:p>
            <a:r>
              <a:rPr lang="sr-Latn-RS" dirty="0">
                <a:ea typeface="+mn-lt"/>
                <a:cs typeface="+mn-lt"/>
              </a:rPr>
              <a:t>Podsticanje vlasnika autorskih prava da daju </a:t>
            </a:r>
            <a:r>
              <a:rPr lang="sr-Latn-RS" dirty="0" err="1">
                <a:ea typeface="+mn-lt"/>
                <a:cs typeface="+mn-lt"/>
              </a:rPr>
              <a:t>veći</a:t>
            </a:r>
            <a:r>
              <a:rPr lang="sr-Latn-RS" dirty="0">
                <a:ea typeface="+mn-lt"/>
                <a:cs typeface="+mn-lt"/>
              </a:rPr>
              <a:t> pristup svojim delima u digitalnim formatima tako što </a:t>
            </a:r>
            <a:r>
              <a:rPr lang="sr-Latn-RS" dirty="0" err="1">
                <a:ea typeface="+mn-lt"/>
                <a:cs typeface="+mn-lt"/>
              </a:rPr>
              <a:t>će</a:t>
            </a:r>
            <a:r>
              <a:rPr lang="sr-Latn-RS" dirty="0">
                <a:ea typeface="+mn-lt"/>
                <a:cs typeface="+mn-lt"/>
              </a:rPr>
              <a:t> im pružiti pravnu zaštitu od </a:t>
            </a:r>
            <a:r>
              <a:rPr lang="sr-Latn-RS" dirty="0" err="1">
                <a:ea typeface="+mn-lt"/>
                <a:cs typeface="+mn-lt"/>
              </a:rPr>
              <a:t>neovlašćenog</a:t>
            </a:r>
            <a:r>
              <a:rPr lang="sr-Latn-RS" dirty="0">
                <a:ea typeface="+mn-lt"/>
                <a:cs typeface="+mn-lt"/>
              </a:rPr>
              <a:t> pristupa njihovim delima (na primer, hakovanje lozinki ili zaobilaženje šifrovanja). </a:t>
            </a:r>
          </a:p>
        </p:txBody>
      </p:sp>
    </p:spTree>
    <p:extLst>
      <p:ext uri="{BB962C8B-B14F-4D97-AF65-F5344CB8AC3E}">
        <p14:creationId xmlns:p14="http://schemas.microsoft.com/office/powerpoint/2010/main" val="1017335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3696F135-E96B-BDF5-4DBB-A2BEF7BAE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Izmene zakona - nastavak</a:t>
            </a:r>
          </a:p>
        </p:txBody>
      </p:sp>
      <p:sp>
        <p:nvSpPr>
          <p:cNvPr id="3" name="Čuvar mesta za sadržaj 2">
            <a:extLst>
              <a:ext uri="{FF2B5EF4-FFF2-40B4-BE49-F238E27FC236}">
                <a16:creationId xmlns:a16="http://schemas.microsoft.com/office/drawing/2014/main" id="{702736DB-3E64-FFD0-F00B-3615D96E3F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sr-Latn-RS" dirty="0">
                <a:ea typeface="+mn-lt"/>
                <a:cs typeface="+mn-lt"/>
              </a:rPr>
              <a:t>Čini nezakonitim davanje lažnih informacija o upravljanju autorskim pravima (na primer, imena autora i vlasnika autorskih prava, naslovi dela) ili uklanjanje ili izmenu te vrste informacija u određenim okolnostima.</a:t>
            </a:r>
            <a:endParaRPr lang="sr-Latn-RS" dirty="0"/>
          </a:p>
        </p:txBody>
      </p:sp>
    </p:spTree>
    <p:extLst>
      <p:ext uri="{BB962C8B-B14F-4D97-AF65-F5344CB8AC3E}">
        <p14:creationId xmlns:p14="http://schemas.microsoft.com/office/powerpoint/2010/main" val="3615366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r-Latn-RS" dirty="0">
                <a:ea typeface="+mj-lt"/>
                <a:cs typeface="+mj-lt"/>
              </a:rPr>
              <a:t>Kritike i problemi</a:t>
            </a:r>
            <a:endParaRPr lang="en-US" dirty="0">
              <a:ea typeface="+mj-lt"/>
              <a:cs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359682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F25CAD4E-631D-7647-9197-A1B0DC053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Kritike i problemi</a:t>
            </a:r>
          </a:p>
        </p:txBody>
      </p:sp>
      <p:sp>
        <p:nvSpPr>
          <p:cNvPr id="3" name="Čuvar mesta za sadržaj 2">
            <a:extLst>
              <a:ext uri="{FF2B5EF4-FFF2-40B4-BE49-F238E27FC236}">
                <a16:creationId xmlns:a16="http://schemas.microsoft.com/office/drawing/2014/main" id="{171792BB-46E9-1D14-AB8C-278EDDC51A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sr-Latn-RS" dirty="0">
                <a:ea typeface="+mn-lt"/>
                <a:cs typeface="+mn-lt"/>
              </a:rPr>
              <a:t>Zloupotreba obaveštenja o uklanjanju</a:t>
            </a:r>
          </a:p>
          <a:p>
            <a:r>
              <a:rPr lang="sr-Latn-RS" dirty="0">
                <a:ea typeface="+mn-lt"/>
                <a:cs typeface="+mn-lt"/>
              </a:rPr>
              <a:t>Zloupotreba odredbe protiv zaobilaženja</a:t>
            </a:r>
          </a:p>
          <a:p>
            <a:r>
              <a:rPr lang="sr-Latn-RS" dirty="0">
                <a:ea typeface="+mn-lt"/>
                <a:cs typeface="+mn-lt"/>
              </a:rPr>
              <a:t>Uticaj na analognu video opremu</a:t>
            </a:r>
          </a:p>
          <a:p>
            <a:r>
              <a:rPr lang="sr-Latn-RS" dirty="0">
                <a:ea typeface="+mn-lt"/>
                <a:cs typeface="+mn-lt"/>
              </a:rPr>
              <a:t>Uticaj na istraživanje</a:t>
            </a:r>
          </a:p>
          <a:p>
            <a:r>
              <a:rPr lang="sr-Latn-RS" dirty="0">
                <a:ea typeface="+mn-lt"/>
                <a:cs typeface="+mn-lt"/>
              </a:rPr>
              <a:t>Uticaj na inovacije i konkurenciju</a:t>
            </a:r>
          </a:p>
        </p:txBody>
      </p:sp>
    </p:spTree>
    <p:extLst>
      <p:ext uri="{BB962C8B-B14F-4D97-AF65-F5344CB8AC3E}">
        <p14:creationId xmlns:p14="http://schemas.microsoft.com/office/powerpoint/2010/main" val="560465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93BE068-EB49-4EE8-B342-7FF888A468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1B05C9B-60E1-40F3-BB02-7DAF0B1F01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Čuvar mesta za sadržaj 2">
            <a:extLst>
              <a:ext uri="{FF2B5EF4-FFF2-40B4-BE49-F238E27FC236}">
                <a16:creationId xmlns:a16="http://schemas.microsoft.com/office/drawing/2014/main" id="{26153070-E2F3-1E72-C1A9-2FE7E516EF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7" y="664477"/>
            <a:ext cx="8324618" cy="3557525"/>
          </a:xfrm>
        </p:spPr>
        <p:txBody>
          <a:bodyPr anchor="b">
            <a:normAutofit/>
          </a:bodyPr>
          <a:lstStyle/>
          <a:p>
            <a:endParaRPr lang="sr-Latn-RS" sz="20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0C94170-18D0-486D-BF90-C5D8F24654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86" y="6210130"/>
            <a:ext cx="8968085" cy="275942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2F0C59B-04F6-4625-98E1-3A5809FD1D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4557357"/>
            <a:ext cx="8978671" cy="1660332"/>
          </a:xfrm>
          <a:prstGeom prst="rect">
            <a:avLst/>
          </a:prstGeom>
          <a:solidFill>
            <a:srgbClr val="0D0D0D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F74E0B73-1E8A-FC3A-220D-D515D1681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4714194"/>
            <a:ext cx="8129353" cy="1311176"/>
          </a:xfrm>
        </p:spPr>
        <p:txBody>
          <a:bodyPr anchor="b">
            <a:normAutofit/>
          </a:bodyPr>
          <a:lstStyle/>
          <a:p>
            <a:pPr algn="r"/>
            <a:r>
              <a:rPr lang="sr-Latn-RS" sz="4800" dirty="0">
                <a:solidFill>
                  <a:srgbClr val="FFFFFF"/>
                </a:solidFill>
              </a:rPr>
              <a:t>Hvala na pažnji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94F92A3-106C-4644-B506-76132863E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22301" y="6191468"/>
            <a:ext cx="3080285" cy="275942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9D9C4DB-091C-47D0-BDA8-3375FF998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22301" y="4557357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629107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ppt/theme/theme2.xml><?xml version="1.0" encoding="utf-8"?>
<a:theme xmlns:a="http://schemas.openxmlformats.org/drawingml/2006/main" name="1_Berlin">
  <a:themeElements>
    <a:clrScheme name="Berlin">
      <a:dk1>
        <a:sysClr val="windowText" lastClr="000000"/>
      </a:dk1>
      <a:lt1>
        <a:sysClr val="window" lastClr="FFFFFF"/>
      </a:lt1>
      <a:dk2>
        <a:srgbClr val="6A9C41"/>
      </a:dk2>
      <a:lt2>
        <a:srgbClr val="E7E6E6"/>
      </a:lt2>
      <a:accent1>
        <a:srgbClr val="A7D535"/>
      </a:accent1>
      <a:accent2>
        <a:srgbClr val="EACA4F"/>
      </a:accent2>
      <a:accent3>
        <a:srgbClr val="FD9850"/>
      </a:accent3>
      <a:accent4>
        <a:srgbClr val="F46442"/>
      </a:accent4>
      <a:accent5>
        <a:srgbClr val="54D289"/>
      </a:accent5>
      <a:accent6>
        <a:srgbClr val="6AD8CB"/>
      </a:accent6>
      <a:hlink>
        <a:srgbClr val="CAFB50"/>
      </a:hlink>
      <a:folHlink>
        <a:srgbClr val="DEFF8B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92000"/>
                <a:satMod val="200000"/>
                <a:lumMod val="13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106000"/>
                <a:satMod val="120000"/>
                <a:lumMod val="7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B587E4A9-1405-4B4F-8BC3-512EE08D2EBF}"/>
    </a:ext>
  </a:extLst>
</a:theme>
</file>

<file path=ppt/theme/theme3.xml><?xml version="1.0" encoding="utf-8"?>
<a:theme xmlns:a="http://schemas.openxmlformats.org/drawingml/2006/main" name="2_Berlin">
  <a:themeElements>
    <a:clrScheme name="Berlin">
      <a:dk1>
        <a:sysClr val="windowText" lastClr="000000"/>
      </a:dk1>
      <a:lt1>
        <a:sysClr val="window" lastClr="FFFFFF"/>
      </a:lt1>
      <a:dk2>
        <a:srgbClr val="1F8094"/>
      </a:dk2>
      <a:lt2>
        <a:srgbClr val="E7E6E6"/>
      </a:lt2>
      <a:accent1>
        <a:srgbClr val="39CDE7"/>
      </a:accent1>
      <a:accent2>
        <a:srgbClr val="60DE72"/>
      </a:accent2>
      <a:accent3>
        <a:srgbClr val="DDCC64"/>
      </a:accent3>
      <a:accent4>
        <a:srgbClr val="F49D50"/>
      </a:accent4>
      <a:accent5>
        <a:srgbClr val="E44951"/>
      </a:accent5>
      <a:accent6>
        <a:srgbClr val="D666F9"/>
      </a:accent6>
      <a:hlink>
        <a:srgbClr val="4BF7ED"/>
      </a:hlink>
      <a:folHlink>
        <a:srgbClr val="95E9F4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92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118000"/>
                <a:satMod val="12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7DC10E3-4FF5-456B-A359-A0F378C1E5FB}"/>
    </a:ext>
  </a:extLst>
</a:theme>
</file>

<file path=ppt/theme/theme4.xml><?xml version="1.0" encoding="utf-8"?>
<a:theme xmlns:a="http://schemas.openxmlformats.org/drawingml/2006/main" name="3_Berlin">
  <a:themeElements>
    <a:clrScheme name="Berlin">
      <a:dk1>
        <a:sysClr val="windowText" lastClr="000000"/>
      </a:dk1>
      <a:lt1>
        <a:sysClr val="window" lastClr="FFFFFF"/>
      </a:lt1>
      <a:dk2>
        <a:srgbClr val="8D4585"/>
      </a:dk2>
      <a:lt2>
        <a:srgbClr val="E7E6E6"/>
      </a:lt2>
      <a:accent1>
        <a:srgbClr val="F35AE6"/>
      </a:accent1>
      <a:accent2>
        <a:srgbClr val="FC5283"/>
      </a:accent2>
      <a:accent3>
        <a:srgbClr val="F67C64"/>
      </a:accent3>
      <a:accent4>
        <a:srgbClr val="F89F65"/>
      </a:accent4>
      <a:accent5>
        <a:srgbClr val="55C6BA"/>
      </a:accent5>
      <a:accent6>
        <a:srgbClr val="84A3FD"/>
      </a:accent6>
      <a:hlink>
        <a:srgbClr val="6ED4F6"/>
      </a:hlink>
      <a:folHlink>
        <a:srgbClr val="9FECFC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106000"/>
                <a:satMod val="220000"/>
                <a:lumMod val="140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69000"/>
                <a:hueMod val="88000"/>
                <a:satMod val="16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7D30EEFE-7128-4DE5-8A0D-8D4EF32CB0AF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240</Words>
  <Application>Microsoft Office PowerPoint</Application>
  <PresentationFormat>Široki ekran</PresentationFormat>
  <Paragraphs>129</Paragraphs>
  <Slides>20</Slides>
  <Notes>11</Notes>
  <HiddenSlides>0</HiddenSlides>
  <MMClips>0</MMClips>
  <ScaleCrop>false</ScaleCrop>
  <HeadingPairs>
    <vt:vector size="4" baseType="variant">
      <vt:variant>
        <vt:lpstr>Tema</vt:lpstr>
      </vt:variant>
      <vt:variant>
        <vt:i4>4</vt:i4>
      </vt:variant>
      <vt:variant>
        <vt:lpstr>Naslovi slajdova</vt:lpstr>
      </vt:variant>
      <vt:variant>
        <vt:i4>20</vt:i4>
      </vt:variant>
    </vt:vector>
  </HeadingPairs>
  <TitlesOfParts>
    <vt:vector size="24" baseType="lpstr">
      <vt:lpstr>Berlin</vt:lpstr>
      <vt:lpstr>1_Berlin</vt:lpstr>
      <vt:lpstr>2_Berlin</vt:lpstr>
      <vt:lpstr>3_Berlin</vt:lpstr>
      <vt:lpstr>Autorska prava na internet platformama i društvenim mrežama</vt:lpstr>
      <vt:lpstr>Sadržaj</vt:lpstr>
      <vt:lpstr>Autorska prava</vt:lpstr>
      <vt:lpstr>Intelektualna svojina</vt:lpstr>
      <vt:lpstr>Autorska prava</vt:lpstr>
      <vt:lpstr>Autorsko delo </vt:lpstr>
      <vt:lpstr>Ostvarena prava</vt:lpstr>
      <vt:lpstr>Ostvarena prava </vt:lpstr>
      <vt:lpstr>Ekonomska prava </vt:lpstr>
      <vt:lpstr>Moralna prava</vt:lpstr>
      <vt:lpstr>Ograničenja, izuzeci I odbrane</vt:lpstr>
      <vt:lpstr>Ograničenja, izuzeci I odbrane</vt:lpstr>
      <vt:lpstr>Poštena upotreba (eng. Fair use)</vt:lpstr>
      <vt:lpstr>Autorska prava na internetu</vt:lpstr>
      <vt:lpstr>Digital Millenium Copyright Act</vt:lpstr>
      <vt:lpstr>Izmene zakona</vt:lpstr>
      <vt:lpstr>Izmene zakona - nastavak</vt:lpstr>
      <vt:lpstr>Kritike i problemi</vt:lpstr>
      <vt:lpstr>Kritike i problemi</vt:lpstr>
      <vt:lpstr>Hvala na pažnji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name</dc:title>
  <dc:creator/>
  <cp:lastModifiedBy/>
  <cp:revision>252</cp:revision>
  <dcterms:created xsi:type="dcterms:W3CDTF">2022-05-31T07:50:19Z</dcterms:created>
  <dcterms:modified xsi:type="dcterms:W3CDTF">2022-05-31T09:47:01Z</dcterms:modified>
</cp:coreProperties>
</file>